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F3E6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F3E6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pic>
        <p:nvPicPr>
          <p:cNvPr id="5" name="Image 0" descr="log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621792"/>
            <a:ext cx="201168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566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00400" y="9326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164592" cy="16459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Shape 6"/>
          <p:cNvSpPr/>
          <p:nvPr/>
        </p:nvSpPr>
        <p:spPr>
          <a:xfrm>
            <a:off x="932688" y="233172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Shape 7"/>
          <p:cNvSpPr/>
          <p:nvPr/>
        </p:nvSpPr>
        <p:spPr>
          <a:xfrm>
            <a:off x="1225296" y="2331720"/>
            <a:ext cx="164592" cy="164592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11" name="Shape 8"/>
          <p:cNvSpPr/>
          <p:nvPr/>
        </p:nvSpPr>
        <p:spPr>
          <a:xfrm>
            <a:off x="1517904" y="233172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6060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AI &amp; Machine Learning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621792" y="40416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— AICTE – EduSkills Virtual Internship Program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4360" y="4617720"/>
            <a:ext cx="8138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03320" y="47731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Kumar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0657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03320" y="506577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2410031218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5358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03320" y="53583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• Semester IV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5650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703320" y="56509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Developers / EduSkills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703320" y="5943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August 2026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281160" y="4892040"/>
            <a:ext cx="1234440" cy="12344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1" descr="icons_gra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114" y="5212994"/>
            <a:ext cx="592531" cy="59253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915400" y="61996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06440" cy="1874520"/>
          </a:xfrm>
          <a:prstGeom prst="roundRect">
            <a:avLst>
              <a:gd name="adj" fmla="val 3902"/>
            </a:avLst>
          </a:prstGeom>
          <a:solidFill>
            <a:srgbClr val="F3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10-Week AICTE – EduSkills Virtual Internship Program delivered in partnership with Google for Developers, designed to build industry-relevant Artificial Intelligence and Machine Learning skills through structured, hands-on learning.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80644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39312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Internship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950208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strengthen employability and confidence by combining structured learning with practical, project-based exposure to real-world AI/ML applications.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5806440" cy="822960"/>
          </a:xfrm>
          <a:prstGeom prst="roundRect">
            <a:avLst>
              <a:gd name="adj" fmla="val 8889"/>
            </a:avLst>
          </a:prstGeom>
          <a:solidFill>
            <a:srgbClr val="F3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51480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icons_targ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408" y="5319248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5138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54132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  •  June – August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29400" y="192024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201168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icons_bra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452" y="2149572"/>
            <a:ext cx="254569" cy="25456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0" y="192024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29400" y="276148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/>
        </p:spPr>
      </p:sp>
      <p:sp>
        <p:nvSpPr>
          <p:cNvPr id="21" name="Shape 17"/>
          <p:cNvSpPr/>
          <p:nvPr/>
        </p:nvSpPr>
        <p:spPr>
          <a:xfrm>
            <a:off x="6766560" y="2852928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icons_tensorflow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452" y="2990820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98080" y="276148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629400" y="360273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/>
        </p:spPr>
      </p:sp>
      <p:sp>
        <p:nvSpPr>
          <p:cNvPr id="25" name="Shape 20"/>
          <p:cNvSpPr/>
          <p:nvPr/>
        </p:nvSpPr>
        <p:spPr>
          <a:xfrm>
            <a:off x="6766560" y="3694176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icons_netwo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452" y="3832068"/>
            <a:ext cx="254569" cy="25456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0" y="360273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6629400" y="4443984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/>
        </p:spPr>
      </p:sp>
      <p:sp>
        <p:nvSpPr>
          <p:cNvPr id="29" name="Shape 23"/>
          <p:cNvSpPr/>
          <p:nvPr/>
        </p:nvSpPr>
        <p:spPr>
          <a:xfrm>
            <a:off x="6766560" y="453542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icons_ey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452" y="4673316"/>
            <a:ext cx="254569" cy="25456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98080" y="444398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6629400" y="5285232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/>
        </p:spPr>
      </p:sp>
      <p:sp>
        <p:nvSpPr>
          <p:cNvPr id="33" name="Shape 26"/>
          <p:cNvSpPr/>
          <p:nvPr/>
        </p:nvSpPr>
        <p:spPr>
          <a:xfrm>
            <a:off x="6766560" y="53766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icons_search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452" y="5514564"/>
            <a:ext cx="254569" cy="254569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498080" y="52852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Search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Curriculum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3F6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184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166360" y="16733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_tensorflow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06" y="181599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075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Neural Networks with TensorFlow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808" y="267004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255117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Demystified machine learning from first principles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" y="299008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287121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convolutional neural networks (CNNs)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" y="331012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3191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common computer-vision recognition tasks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5087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3F6FB"/>
          </a:solidFill>
          <a:ln/>
        </p:spPr>
      </p:sp>
      <p:sp>
        <p:nvSpPr>
          <p:cNvPr id="16" name="Text 13"/>
          <p:cNvSpPr/>
          <p:nvPr/>
        </p:nvSpPr>
        <p:spPr>
          <a:xfrm>
            <a:off x="6355080" y="16184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10789920" y="16733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icons_ey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566" y="1815998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55080" y="2075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Object Detection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373368" y="267004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1" name="Text 17"/>
          <p:cNvSpPr/>
          <p:nvPr/>
        </p:nvSpPr>
        <p:spPr>
          <a:xfrm>
            <a:off x="6556248" y="255117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basics of object detection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73368" y="299008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3" name="Text 19"/>
          <p:cNvSpPr/>
          <p:nvPr/>
        </p:nvSpPr>
        <p:spPr>
          <a:xfrm>
            <a:off x="6556248" y="287121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 pretrained object detector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73368" y="331012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5" name="Text 21"/>
          <p:cNvSpPr/>
          <p:nvPr/>
        </p:nvSpPr>
        <p:spPr>
          <a:xfrm>
            <a:off x="6556248" y="3191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detection within a mobile app context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3F6FB"/>
          </a:solidFill>
          <a:ln/>
        </p:spPr>
      </p:sp>
      <p:sp>
        <p:nvSpPr>
          <p:cNvPr id="27" name="Text 23"/>
          <p:cNvSpPr/>
          <p:nvPr/>
        </p:nvSpPr>
        <p:spPr>
          <a:xfrm>
            <a:off x="731520" y="39044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Shape 24"/>
          <p:cNvSpPr/>
          <p:nvPr/>
        </p:nvSpPr>
        <p:spPr>
          <a:xfrm>
            <a:off x="5166360" y="39593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icons_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006" y="4101998"/>
            <a:ext cx="263347" cy="26334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31520" y="4361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with Object Detection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49808" y="495604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2" name="Text 27"/>
          <p:cNvSpPr/>
          <p:nvPr/>
        </p:nvSpPr>
        <p:spPr>
          <a:xfrm>
            <a:off x="932688" y="483717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custom object-detection models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749808" y="527608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4" name="Text 29"/>
          <p:cNvSpPr/>
          <p:nvPr/>
        </p:nvSpPr>
        <p:spPr>
          <a:xfrm>
            <a:off x="932688" y="515721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TensorFlow Lite &amp; Model Maker library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749808" y="559612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6" name="Text 31"/>
          <p:cNvSpPr/>
          <p:nvPr/>
        </p:nvSpPr>
        <p:spPr>
          <a:xfrm>
            <a:off x="932688" y="5477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core object detection pathway skills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172200" y="37947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3F6FB"/>
          </a:solidFill>
          <a:ln/>
        </p:spPr>
      </p:sp>
      <p:sp>
        <p:nvSpPr>
          <p:cNvPr id="38" name="Text 33"/>
          <p:cNvSpPr/>
          <p:nvPr/>
        </p:nvSpPr>
        <p:spPr>
          <a:xfrm>
            <a:off x="6355080" y="39044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9" name="Shape 34"/>
          <p:cNvSpPr/>
          <p:nvPr/>
        </p:nvSpPr>
        <p:spPr>
          <a:xfrm>
            <a:off x="10789920" y="39593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3" descr="icons_search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566" y="4101998"/>
            <a:ext cx="263347" cy="263347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355080" y="4361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Product Image Search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6373368" y="495604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3" name="Text 37"/>
          <p:cNvSpPr/>
          <p:nvPr/>
        </p:nvSpPr>
        <p:spPr>
          <a:xfrm>
            <a:off x="6556248" y="483717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 image search feature for mobile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6373368" y="527608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5" name="Text 39"/>
          <p:cNvSpPr/>
          <p:nvPr/>
        </p:nvSpPr>
        <p:spPr>
          <a:xfrm>
            <a:off x="6556248" y="515721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objects in static &amp; live camera feeds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6373368" y="559612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7" name="Text 41"/>
          <p:cNvSpPr/>
          <p:nvPr/>
        </p:nvSpPr>
        <p:spPr>
          <a:xfrm>
            <a:off x="6556248" y="5477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called a product search backend</a:t>
            </a:r>
            <a:endParaRPr lang="en-US" sz="1150" dirty="0"/>
          </a:p>
        </p:txBody>
      </p:sp>
      <p:sp>
        <p:nvSpPr>
          <p:cNvPr id="48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F3E6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F3E6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1F3E6E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746504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8" name="Image 0" descr="icons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12925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600200"/>
            <a:ext cx="4251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Machine Learning Fundamentals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1F3E6E">
              <a:alpha val="8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382512" y="1746504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2" name="Image 1" descr="icons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1292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600200"/>
            <a:ext cx="4251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Data Preparation &amp; Feature Engineering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73405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1F3E6E">
              <a:alpha val="8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2880360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6" name="Image 2" descr="icons_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30467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734056"/>
            <a:ext cx="4251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ML Models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17920" y="273405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1F3E6E">
              <a:alpha val="8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382512" y="2880360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0" name="Image 3" descr="icons_tensorfl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30467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2734056"/>
            <a:ext cx="4251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TensorFlow Basics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386791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1F3E6E">
              <a:alpha val="8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713232" y="4014216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4" name="Image 4" descr="icons_networ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3" y="4180637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3867912"/>
            <a:ext cx="4251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Neural Networks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217920" y="386791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1F3E6E">
              <a:alpha val="8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6382512" y="4014216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8" name="Image 5" descr="icons_ey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933" y="4180637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78040" y="3867912"/>
            <a:ext cx="4251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Object Detection Techniques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548640" y="5001768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1F3E6E">
              <a:alpha val="80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713232" y="5148072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32" name="Image 6" descr="icons_rocke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3" y="5314493"/>
            <a:ext cx="307238" cy="30723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508760" y="5001768"/>
            <a:ext cx="4251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Concepts to Real-World Problems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ML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737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_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322" y="19394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171700" y="2916936"/>
            <a:ext cx="27432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Shape 6"/>
          <p:cNvSpPr/>
          <p:nvPr/>
        </p:nvSpPr>
        <p:spPr>
          <a:xfrm>
            <a:off x="4297680" y="15544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0" y="1737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_tensorfl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362" y="19394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560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920740" y="2916936"/>
            <a:ext cx="274320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0" y="15544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8320" y="1737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_mobi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402" y="19394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560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669780" y="2916936"/>
            <a:ext cx="274320" cy="457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4"/>
          <p:cNvSpPr/>
          <p:nvPr/>
        </p:nvSpPr>
        <p:spPr>
          <a:xfrm>
            <a:off x="548640" y="32004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920240" y="3383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_networ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322" y="3585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2171700" y="4562856"/>
            <a:ext cx="27432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Shape 18"/>
          <p:cNvSpPr/>
          <p:nvPr/>
        </p:nvSpPr>
        <p:spPr>
          <a:xfrm>
            <a:off x="4297680" y="32004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5669280" y="3383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_layer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362" y="358536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8912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920740" y="4562856"/>
            <a:ext cx="27432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9" name="Shape 22"/>
          <p:cNvSpPr/>
          <p:nvPr/>
        </p:nvSpPr>
        <p:spPr>
          <a:xfrm>
            <a:off x="8046720" y="32004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9418320" y="3383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_ey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402" y="358536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9669780" y="4562856"/>
            <a:ext cx="274320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4" name="Shape 26"/>
          <p:cNvSpPr/>
          <p:nvPr/>
        </p:nvSpPr>
        <p:spPr>
          <a:xfrm>
            <a:off x="548640" y="48463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35" name="Shape 27"/>
          <p:cNvSpPr/>
          <p:nvPr/>
        </p:nvSpPr>
        <p:spPr>
          <a:xfrm>
            <a:off x="1920240" y="50292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icons_camera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2322" y="5231282"/>
            <a:ext cx="373075" cy="37307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080" y="5852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2171700" y="6208776"/>
            <a:ext cx="274320" cy="457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9" name="Shape 30"/>
          <p:cNvSpPr/>
          <p:nvPr/>
        </p:nvSpPr>
        <p:spPr>
          <a:xfrm>
            <a:off x="4297680" y="48463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40" name="Shape 31"/>
          <p:cNvSpPr/>
          <p:nvPr/>
        </p:nvSpPr>
        <p:spPr>
          <a:xfrm>
            <a:off x="5669280" y="50292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icons_cubes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1362" y="5231282"/>
            <a:ext cx="373075" cy="37307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389120" y="5852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5920740" y="6208776"/>
            <a:ext cx="27432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34"/>
          <p:cNvSpPr/>
          <p:nvPr/>
        </p:nvSpPr>
        <p:spPr>
          <a:xfrm>
            <a:off x="8046720" y="48463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3F6FB"/>
          </a:solidFill>
          <a:ln/>
        </p:spPr>
      </p:sp>
      <p:sp>
        <p:nvSpPr>
          <p:cNvPr id="45" name="Shape 35"/>
          <p:cNvSpPr/>
          <p:nvPr/>
        </p:nvSpPr>
        <p:spPr>
          <a:xfrm>
            <a:off x="9418320" y="50292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8" descr="icons_search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402" y="5231282"/>
            <a:ext cx="373075" cy="37307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138160" y="58521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Search</a:t>
            </a:r>
            <a:endParaRPr lang="en-US" sz="1250" dirty="0"/>
          </a:p>
        </p:txBody>
      </p:sp>
      <p:sp>
        <p:nvSpPr>
          <p:cNvPr id="48" name="Shape 37"/>
          <p:cNvSpPr/>
          <p:nvPr/>
        </p:nvSpPr>
        <p:spPr>
          <a:xfrm>
            <a:off x="9669780" y="6208776"/>
            <a:ext cx="27432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9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9829800" cy="0"/>
          </a:xfrm>
          <a:prstGeom prst="line">
            <a:avLst/>
          </a:prstGeom>
          <a:noFill/>
          <a:ln w="38100">
            <a:solidFill>
              <a:srgbClr val="D5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" y="2994660"/>
            <a:ext cx="502920" cy="502920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7260" y="2994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" y="19202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920240"/>
            <a:ext cx="1335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AI &amp; ML Fundamentals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2788920"/>
            <a:ext cx="0" cy="205740"/>
          </a:xfrm>
          <a:prstGeom prst="line">
            <a:avLst/>
          </a:prstGeom>
          <a:noFill/>
          <a:ln w="19050">
            <a:solidFill>
              <a:srgbClr val="C7D2E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575560" y="2994660"/>
            <a:ext cx="502920" cy="502920"/>
          </a:xfrm>
          <a:prstGeom prst="ellipse">
            <a:avLst/>
          </a:prstGeom>
          <a:solidFill>
            <a:srgbClr val="EA43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5560" y="2994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6356" y="37033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2159508" y="3703320"/>
            <a:ext cx="1335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TensorFlow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27020" y="3497580"/>
            <a:ext cx="0" cy="205740"/>
          </a:xfrm>
          <a:prstGeom prst="line">
            <a:avLst/>
          </a:prstGeom>
          <a:noFill/>
          <a:ln w="19050">
            <a:solidFill>
              <a:srgbClr val="C7D2E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213860" y="2994660"/>
            <a:ext cx="502920" cy="502920"/>
          </a:xfrm>
          <a:prstGeom prst="ellipse">
            <a:avLst/>
          </a:prstGeom>
          <a:solidFill>
            <a:srgbClr val="FBBC0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3860" y="2994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24656" y="19202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3797808" y="1920240"/>
            <a:ext cx="1335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Neural Networks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65320" y="2788920"/>
            <a:ext cx="0" cy="205740"/>
          </a:xfrm>
          <a:prstGeom prst="line">
            <a:avLst/>
          </a:prstGeom>
          <a:noFill/>
          <a:ln w="19050">
            <a:solidFill>
              <a:srgbClr val="C7D2E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852160" y="2994660"/>
            <a:ext cx="502920" cy="502920"/>
          </a:xfrm>
          <a:prstGeom prst="ellipse">
            <a:avLst/>
          </a:prstGeom>
          <a:solidFill>
            <a:srgbClr val="34A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994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62956" y="37033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5436108" y="3703320"/>
            <a:ext cx="1335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03620" y="3497580"/>
            <a:ext cx="0" cy="205740"/>
          </a:xfrm>
          <a:prstGeom prst="line">
            <a:avLst/>
          </a:prstGeom>
          <a:noFill/>
          <a:ln w="19050">
            <a:solidFill>
              <a:srgbClr val="C7D2E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90460" y="2994660"/>
            <a:ext cx="502920" cy="502920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0460" y="2994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01256" y="19202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7074408" y="1920240"/>
            <a:ext cx="1335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Object Detection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41920" y="2788920"/>
            <a:ext cx="0" cy="205740"/>
          </a:xfrm>
          <a:prstGeom prst="line">
            <a:avLst/>
          </a:prstGeom>
          <a:noFill/>
          <a:ln w="19050">
            <a:solidFill>
              <a:srgbClr val="C7D2E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128760" y="2994660"/>
            <a:ext cx="502920" cy="502920"/>
          </a:xfrm>
          <a:prstGeom prst="ellipse">
            <a:avLst/>
          </a:prstGeom>
          <a:solidFill>
            <a:srgbClr val="EA43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8760" y="2994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39556" y="370332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8712708" y="3703320"/>
            <a:ext cx="1335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80220" y="3497580"/>
            <a:ext cx="0" cy="205740"/>
          </a:xfrm>
          <a:prstGeom prst="line">
            <a:avLst/>
          </a:prstGeom>
          <a:noFill/>
          <a:ln w="19050">
            <a:solidFill>
              <a:srgbClr val="C7D2E3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0767060" y="2994660"/>
            <a:ext cx="502920" cy="502920"/>
          </a:xfrm>
          <a:prstGeom prst="ellipse">
            <a:avLst/>
          </a:prstGeom>
          <a:solidFill>
            <a:srgbClr val="FBBC0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7060" y="2994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277856" y="192024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</p:spPr>
      </p:sp>
      <p:sp>
        <p:nvSpPr>
          <p:cNvPr id="38" name="Text 36"/>
          <p:cNvSpPr/>
          <p:nvPr/>
        </p:nvSpPr>
        <p:spPr>
          <a:xfrm>
            <a:off x="10351008" y="1920240"/>
            <a:ext cx="13350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Product Image Search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018520" y="2788920"/>
            <a:ext cx="0" cy="205740"/>
          </a:xfrm>
          <a:prstGeom prst="line">
            <a:avLst/>
          </a:prstGeom>
          <a:noFill/>
          <a:ln w="19050">
            <a:solidFill>
              <a:srgbClr val="C7D2E3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588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5" name="Shape 3"/>
          <p:cNvSpPr/>
          <p:nvPr/>
        </p:nvSpPr>
        <p:spPr>
          <a:xfrm>
            <a:off x="714604" y="2002536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714604" y="2002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748" y="24048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28620" y="2500884"/>
            <a:ext cx="265176" cy="164592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9" name="Shape 7"/>
          <p:cNvSpPr/>
          <p:nvPr/>
        </p:nvSpPr>
        <p:spPr>
          <a:xfrm>
            <a:off x="3421228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10" name="Shape 8"/>
          <p:cNvSpPr/>
          <p:nvPr/>
        </p:nvSpPr>
        <p:spPr>
          <a:xfrm>
            <a:off x="3549244" y="2002536"/>
            <a:ext cx="365760" cy="36576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3549244" y="2002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8388" y="24048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63260" y="2500884"/>
            <a:ext cx="265176" cy="164592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5868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83884" y="2002536"/>
            <a:ext cx="365760" cy="36576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16" name="Text 14"/>
          <p:cNvSpPr/>
          <p:nvPr/>
        </p:nvSpPr>
        <p:spPr>
          <a:xfrm>
            <a:off x="6383884" y="2002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3028" y="24048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97900" y="2500884"/>
            <a:ext cx="265176" cy="164592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19" name="Shape 17"/>
          <p:cNvSpPr/>
          <p:nvPr/>
        </p:nvSpPr>
        <p:spPr>
          <a:xfrm>
            <a:off x="9090508" y="1874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8524" y="2002536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9218524" y="2002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27668" y="24048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761592" y="3346704"/>
            <a:ext cx="164592" cy="804672"/>
          </a:xfrm>
          <a:prstGeom prst="downArrow">
            <a:avLst/>
          </a:prstGeom>
          <a:solidFill>
            <a:srgbClr val="C7D2E3"/>
          </a:solidFill>
          <a:ln/>
        </p:spPr>
      </p:sp>
      <p:sp>
        <p:nvSpPr>
          <p:cNvPr id="24" name="Shape 22"/>
          <p:cNvSpPr/>
          <p:nvPr/>
        </p:nvSpPr>
        <p:spPr>
          <a:xfrm>
            <a:off x="586588" y="42062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14604" y="4334256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714604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3748" y="4736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28620" y="4832604"/>
            <a:ext cx="265176" cy="164592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1228" y="42062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30" name="Shape 28"/>
          <p:cNvSpPr/>
          <p:nvPr/>
        </p:nvSpPr>
        <p:spPr>
          <a:xfrm>
            <a:off x="3549244" y="4334256"/>
            <a:ext cx="365760" cy="36576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1" name="Text 29"/>
          <p:cNvSpPr/>
          <p:nvPr/>
        </p:nvSpPr>
        <p:spPr>
          <a:xfrm>
            <a:off x="3549244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58388" y="4736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63260" y="4832604"/>
            <a:ext cx="265176" cy="164592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34" name="Shape 32"/>
          <p:cNvSpPr/>
          <p:nvPr/>
        </p:nvSpPr>
        <p:spPr>
          <a:xfrm>
            <a:off x="6255868" y="42062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3884" y="4334256"/>
            <a:ext cx="365760" cy="36576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36" name="Text 34"/>
          <p:cNvSpPr/>
          <p:nvPr/>
        </p:nvSpPr>
        <p:spPr>
          <a:xfrm>
            <a:off x="6383884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93028" y="4736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797900" y="4832604"/>
            <a:ext cx="265176" cy="164592"/>
          </a:xfrm>
          <a:prstGeom prst="rightArrow">
            <a:avLst/>
          </a:prstGeom>
          <a:solidFill>
            <a:srgbClr val="C7D2E3"/>
          </a:solidFill>
          <a:ln/>
        </p:spPr>
      </p:sp>
      <p:sp>
        <p:nvSpPr>
          <p:cNvPr id="39" name="Shape 37"/>
          <p:cNvSpPr/>
          <p:nvPr/>
        </p:nvSpPr>
        <p:spPr>
          <a:xfrm>
            <a:off x="9090508" y="42062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7305C"/>
          </a:solidFill>
          <a:ln/>
        </p:spPr>
      </p:sp>
      <p:sp>
        <p:nvSpPr>
          <p:cNvPr id="40" name="Shape 38"/>
          <p:cNvSpPr/>
          <p:nvPr/>
        </p:nvSpPr>
        <p:spPr>
          <a:xfrm>
            <a:off x="9218524" y="4334256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1" name="Text 39"/>
          <p:cNvSpPr/>
          <p:nvPr/>
        </p:nvSpPr>
        <p:spPr>
          <a:xfrm>
            <a:off x="9218524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27668" y="47365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GAINED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568196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_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597" y="18390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Concepts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74136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6FB"/>
          </a:solidFill>
          <a:ln/>
        </p:spPr>
      </p:sp>
      <p:sp>
        <p:nvSpPr>
          <p:cNvPr id="9" name="Shape 6"/>
          <p:cNvSpPr/>
          <p:nvPr/>
        </p:nvSpPr>
        <p:spPr>
          <a:xfrm>
            <a:off x="4393692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_tensorfl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093" y="18390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65576" y="2331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Development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99632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6FB"/>
          </a:solidFill>
          <a:ln/>
        </p:spPr>
      </p:sp>
      <p:sp>
        <p:nvSpPr>
          <p:cNvPr id="13" name="Shape 9"/>
          <p:cNvSpPr/>
          <p:nvPr/>
        </p:nvSpPr>
        <p:spPr>
          <a:xfrm>
            <a:off x="7219188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_networ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589" y="183904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91072" y="2331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25128" y="15544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44684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_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2085" y="183904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6568" y="2331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00837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1568196" y="31455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_camera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597" y="329293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7856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74136" y="300837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6FB"/>
          </a:solidFill>
          <a:ln/>
        </p:spPr>
      </p:sp>
      <p:sp>
        <p:nvSpPr>
          <p:cNvPr id="25" name="Shape 18"/>
          <p:cNvSpPr/>
          <p:nvPr/>
        </p:nvSpPr>
        <p:spPr>
          <a:xfrm>
            <a:off x="4393692" y="31455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icons_char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093" y="3292937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65576" y="37856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199632" y="300837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6FB"/>
          </a:solidFill>
          <a:ln/>
        </p:spPr>
      </p:sp>
      <p:sp>
        <p:nvSpPr>
          <p:cNvPr id="29" name="Shape 21"/>
          <p:cNvSpPr/>
          <p:nvPr/>
        </p:nvSpPr>
        <p:spPr>
          <a:xfrm>
            <a:off x="7219188" y="31455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icons_rocke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589" y="3292937"/>
            <a:ext cx="272125" cy="2721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91072" y="37856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Development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7305C"/>
          </a:solidFill>
          <a:ln/>
        </p:spPr>
      </p:sp>
      <p:sp>
        <p:nvSpPr>
          <p:cNvPr id="33" name="Shape 24"/>
          <p:cNvSpPr/>
          <p:nvPr/>
        </p:nvSpPr>
        <p:spPr>
          <a:xfrm>
            <a:off x="777240" y="5431536"/>
            <a:ext cx="530352" cy="530352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34" name="Image 7" descr="icons_awar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32" y="5569428"/>
            <a:ext cx="254569" cy="25456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46304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Outcome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1463040" y="55961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in Artificial Intelligence and Machine Learning.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Certificate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6035040" cy="4892040"/>
          </a:xfrm>
          <a:prstGeom prst="roundRect">
            <a:avLst>
              <a:gd name="adj" fmla="val 1121"/>
            </a:avLst>
          </a:prstGeom>
          <a:solidFill>
            <a:srgbClr val="F3F6FB"/>
          </a:solidFill>
          <a:ln/>
        </p:spPr>
      </p:sp>
      <p:pic>
        <p:nvPicPr>
          <p:cNvPr id="5" name="Image 0" descr="certpage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548640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572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DETAILS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03720" y="1938528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8" name="Text 5"/>
          <p:cNvSpPr/>
          <p:nvPr/>
        </p:nvSpPr>
        <p:spPr>
          <a:xfrm>
            <a:off x="7059168" y="1938528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Title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69680" y="1938528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Virtual Internship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03720" y="2468880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11" name="Text 8"/>
          <p:cNvSpPr/>
          <p:nvPr/>
        </p:nvSpPr>
        <p:spPr>
          <a:xfrm>
            <a:off x="7059168" y="2468880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69680" y="2468880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Kumar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03720" y="2999232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14" name="Text 11"/>
          <p:cNvSpPr/>
          <p:nvPr/>
        </p:nvSpPr>
        <p:spPr>
          <a:xfrm>
            <a:off x="7059168" y="2999232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869680" y="2999232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03720" y="3529584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17" name="Text 14"/>
          <p:cNvSpPr/>
          <p:nvPr/>
        </p:nvSpPr>
        <p:spPr>
          <a:xfrm>
            <a:off x="7059168" y="3529584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69680" y="3529584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Virtual Internship (10 Weeks)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4059936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20" name="Text 17"/>
          <p:cNvSpPr/>
          <p:nvPr/>
        </p:nvSpPr>
        <p:spPr>
          <a:xfrm>
            <a:off x="7059168" y="4059936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69680" y="4059936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August 2026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03720" y="4590288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23" name="Text 20"/>
          <p:cNvSpPr/>
          <p:nvPr/>
        </p:nvSpPr>
        <p:spPr>
          <a:xfrm>
            <a:off x="7059168" y="4590288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869680" y="4590288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4de1ba3f1a15ca48ea98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03720" y="5120640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26" name="Text 23"/>
          <p:cNvSpPr/>
          <p:nvPr/>
        </p:nvSpPr>
        <p:spPr>
          <a:xfrm>
            <a:off x="7059168" y="5120640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869680" y="5120640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STU69988986a6e9a1771604358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03720" y="5650992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29" name="Text 26"/>
          <p:cNvSpPr/>
          <p:nvPr/>
        </p:nvSpPr>
        <p:spPr>
          <a:xfrm>
            <a:off x="7059168" y="5650992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869680" y="5650992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Developers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03720" y="6181344"/>
            <a:ext cx="4754880" cy="484632"/>
          </a:xfrm>
          <a:prstGeom prst="roundRect">
            <a:avLst>
              <a:gd name="adj" fmla="val 9434"/>
            </a:avLst>
          </a:prstGeom>
          <a:solidFill>
            <a:srgbClr val="F3F6FB"/>
          </a:solidFill>
          <a:ln/>
        </p:spPr>
      </p:sp>
      <p:sp>
        <p:nvSpPr>
          <p:cNvPr id="32" name="Text 29"/>
          <p:cNvSpPr/>
          <p:nvPr/>
        </p:nvSpPr>
        <p:spPr>
          <a:xfrm>
            <a:off x="7059168" y="6181344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Under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869680" y="6181344"/>
            <a:ext cx="27249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AICTE, Ministry of Education – EduSkills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F3E6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F3E6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7" name="Image 0" descr="icons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8342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91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the Google AI &amp; ML Internship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404872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0" name="Image 1" descr="icons_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54751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048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exposure to AI technologies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3118104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3" name="Image 2" descr="icons_tensorflow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26075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1810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TensorFlow and Neural Networks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3831336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6" name="Image 3" descr="icons_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973982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83133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Object Detection and Product Image Search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40080" y="4544568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9" name="Image 4" descr="icons_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4687214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54456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strong foundation for future AI/ML projects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40080" y="5394960"/>
            <a:ext cx="10881360" cy="0"/>
          </a:xfrm>
          <a:prstGeom prst="line">
            <a:avLst/>
          </a:prstGeom>
          <a:noFill/>
          <a:ln w="12700">
            <a:solidFill>
              <a:srgbClr val="3A517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3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Virtual Internship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2026-08-22T06:20:20Z</dcterms:created>
  <dcterms:modified xsi:type="dcterms:W3CDTF">2026-08-22T06:20:20Z</dcterms:modified>
</cp:coreProperties>
</file>